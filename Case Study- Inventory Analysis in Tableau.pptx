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DDE9B522-6324-4B7F-8AC7-4CE5E5C9B8FF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Case Study- Inventory Analysis in Tableau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B983197-AC51-4B16-9171-79E0DEE1FC4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11/13/2025 11:16:17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ventory Analysis1" id="2" name="slide2">
            <a:extLst>
              <a:ext uri="{FF2B5EF4-FFF2-40B4-BE49-F238E27FC236}">
                <a16:creationId xmlns:a16="http://schemas.microsoft.com/office/drawing/2014/main" id="{28BEE29E-7FE2-47D5-BFC8-25E9F38E29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224"/>
            <a:ext cx="12192000" cy="626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ventory Analysis2" id="3" name="slide3">
            <a:extLst>
              <a:ext uri="{FF2B5EF4-FFF2-40B4-BE49-F238E27FC236}">
                <a16:creationId xmlns:a16="http://schemas.microsoft.com/office/drawing/2014/main" id="{5929CB21-64BF-4E64-982C-43050DE1E30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224"/>
            <a:ext cx="12192000" cy="626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2025-11-13T05:46:18Z</dcterms:created>
  <dcterms:modified xsi:type="dcterms:W3CDTF">2025-11-13T05:46:18Z</dcterms:modified>
</cp:coreProperties>
</file>